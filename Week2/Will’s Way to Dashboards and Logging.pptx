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font" Target="fonts/Roboto-regular.fntdata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OpenSansLight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Light-italic.fntdata"/><Relationship Id="rId6" Type="http://schemas.openxmlformats.org/officeDocument/2006/relationships/slide" Target="slides/slide1.xml"/><Relationship Id="rId18" Type="http://schemas.openxmlformats.org/officeDocument/2006/relationships/font" Target="fonts/OpenSans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1023b8a1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1023b8a19_1_0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384b937b8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384b937b8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654970d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654970d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1023b8a1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1023b8a1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1023b8a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1023b8a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1023b8a19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91023b8a19_1_289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v6.docs.ctr-electronics.com/en/stable/docs/api-reference/api-usage/signal-logging.html" TargetMode="External"/><Relationship Id="rId4" Type="http://schemas.openxmlformats.org/officeDocument/2006/relationships/hyperlink" Target="https://docs.wpilib.org/en/stable/docs/software/telemetry/robot-telemetry-with-annotations.html" TargetMode="External"/><Relationship Id="rId5" Type="http://schemas.openxmlformats.org/officeDocument/2006/relationships/hyperlink" Target="https://docs.advantagescope.org/" TargetMode="External"/><Relationship Id="rId6" Type="http://schemas.openxmlformats.org/officeDocument/2006/relationships/hyperlink" Target="https://youtu.be/ZMxTRgryrvE?si=yAQZpu0_sxSColux" TargetMode="External"/><Relationship Id="rId7" Type="http://schemas.openxmlformats.org/officeDocument/2006/relationships/hyperlink" Target="https://youtu.be/8FfwFQcvRmU?si=4I2vuDff4SjQlY4I" TargetMode="External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Will’s Way to Dashboards and Logging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William Brown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854839" y="995139"/>
            <a:ext cx="5717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95250" lvl="0" marL="88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Course Structure</a:t>
            </a:r>
            <a:endParaRPr sz="1100"/>
          </a:p>
          <a:p>
            <a:pPr indent="-254000" lvl="1" marL="355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Six weeks focusing on different areas of programming for FRC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1: Fundamentals of Java and FRC Programming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Week 2: Dashboards and Logging</a:t>
            </a:r>
            <a:endParaRPr b="1"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3: PID Motor Control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4: Swerve Drive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5: Vision and Localization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6: Pathplanner</a:t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854839" y="457090"/>
            <a:ext cx="4385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2900"/>
              <a:buFont typeface="Avenir"/>
              <a:buNone/>
            </a:pPr>
            <a:r>
              <a:rPr lang="en" sz="2900">
                <a:solidFill>
                  <a:srgbClr val="343F49"/>
                </a:solidFill>
                <a:latin typeface="Avenir"/>
                <a:ea typeface="Avenir"/>
                <a:cs typeface="Avenir"/>
                <a:sym typeface="Avenir"/>
              </a:rPr>
              <a:t>Introduction</a:t>
            </a:r>
            <a:endParaRPr sz="2700">
              <a:solidFill>
                <a:srgbClr val="343F4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What is the Dashboard 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641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window into the mind of the robot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for the live display of values from the robot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users to use fine inputs compared to using just the using joystick inputs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</a:t>
            </a:r>
            <a:r>
              <a:rPr lang="en"/>
              <a:t>extremely</a:t>
            </a:r>
            <a:r>
              <a:rPr lang="en"/>
              <a:t> </a:t>
            </a:r>
            <a:r>
              <a:rPr lang="en"/>
              <a:t>helpful</a:t>
            </a:r>
            <a:r>
              <a:rPr lang="en"/>
              <a:t> for troubleshooting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Network Tables </a:t>
            </a:r>
            <a:r>
              <a:rPr lang="en"/>
              <a:t>Protocols 4.0 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Network Tables 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641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NetworkTables 4.0?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real-time communication system used in FRC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Lets robot code share data with dashboards, coprocessors, and other devices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on a fast publish-subscribe (Pub/Sub) architecture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Publisher–Subscriber Model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Publisher: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Sends data (robot → dashboard)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Subscriber: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Reads data (dashboard → robot or viewer)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Pub/Sub removes the need for manual synchronization and makes data flow efficient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Logging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641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Log Data?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diagnose issues you can’t reproduce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Reveals timing problems, latency, voltage drops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tuning PID loops, drivetrain behavior, and autos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WPILib DataLogManager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Built-in, automatic logging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Saves logs to a local memory or a USB on the roboRIO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Compatible with AdvantageScope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7150" y="576370"/>
            <a:ext cx="2141350" cy="18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Logging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641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Logging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Resources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CTRE Built In Logging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Built in Logging with Epilogue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AdvantageScope Docs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Videos On Logging and Replay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FRC Data Logging and Visualization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FRC Log Replay and Simulation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17150" y="576370"/>
            <a:ext cx="2141350" cy="18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854839" y="995139"/>
            <a:ext cx="5717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95250" lvl="0" marL="88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Course Structure</a:t>
            </a:r>
            <a:endParaRPr sz="1100"/>
          </a:p>
          <a:p>
            <a:pPr indent="-254000" lvl="1" marL="355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Six weeks focusing on different areas of programming for FRC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1: Fundamentals of Java and FRC Programming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2: Dashboards and Logging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Week 3: PID Motor Control</a:t>
            </a:r>
            <a:endParaRPr b="1"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4: Swerve Drive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5: Vision and Localization</a:t>
            </a:r>
            <a:endParaRPr sz="1100"/>
          </a:p>
          <a:p>
            <a:pPr indent="-95250" lvl="0" marL="889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Week 6: Pathplanner</a:t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854839" y="457090"/>
            <a:ext cx="4385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2900"/>
              <a:buFont typeface="Avenir"/>
              <a:buNone/>
            </a:pPr>
            <a:r>
              <a:rPr lang="en" sz="2900">
                <a:solidFill>
                  <a:srgbClr val="343F49"/>
                </a:solidFill>
                <a:latin typeface="Avenir"/>
                <a:ea typeface="Avenir"/>
                <a:cs typeface="Avenir"/>
                <a:sym typeface="Avenir"/>
              </a:rPr>
              <a:t>Introduction</a:t>
            </a:r>
            <a:endParaRPr sz="2700">
              <a:solidFill>
                <a:srgbClr val="343F4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